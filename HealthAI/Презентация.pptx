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F81BD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Диабет</c:v>
                </c:pt>
                <c:pt idx="1">
                  <c:v>Гипертония</c:v>
                </c:pt>
                <c:pt idx="2">
                  <c:v>Сердце</c:v>
                </c:pt>
                <c:pt idx="3">
                  <c:v>Ожирение</c:v>
                </c:pt>
                <c:pt idx="4">
                  <c:v>Депрессия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</c:v>
                </c:pt>
                <c:pt idx="1">
                  <c:v>0.85</c:v>
                </c:pt>
                <c:pt idx="2">
                  <c:v>0.83</c:v>
                </c:pt>
                <c:pt idx="3">
                  <c:v>0.88</c:v>
                </c:pt>
                <c:pt idx="4">
                  <c:v>0.82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569-4417-A807-6E657C50EE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Прогнозирование рисков заболеваний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Камозин Михаил ИИ-9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Цел</a:t>
            </a:r>
            <a:r>
              <a:rPr lang="ru-RU" dirty="0" smtClean="0"/>
              <a:t>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Разработка ML-системы для оценки рисков заболеваний</a:t>
            </a:r>
          </a:p>
          <a:p>
            <a:r>
              <a:t>Использование медицинских и поведенческих данных</a:t>
            </a:r>
          </a:p>
          <a:p>
            <a:r>
              <a:t>Поддержка профилактики и врачебных решений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Датасет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10 000 </a:t>
            </a:r>
            <a:r>
              <a:rPr dirty="0" err="1"/>
              <a:t>записей</a:t>
            </a:r>
            <a:r>
              <a:rPr dirty="0"/>
              <a:t> </a:t>
            </a:r>
            <a:r>
              <a:rPr dirty="0" err="1"/>
              <a:t>пациентов</a:t>
            </a:r>
            <a:endParaRPr dirty="0"/>
          </a:p>
          <a:p>
            <a:r>
              <a:rPr dirty="0"/>
              <a:t>14 </a:t>
            </a:r>
            <a:r>
              <a:rPr dirty="0" err="1"/>
              <a:t>входных</a:t>
            </a:r>
            <a:r>
              <a:rPr dirty="0"/>
              <a:t> </a:t>
            </a:r>
            <a:r>
              <a:rPr dirty="0" err="1"/>
              <a:t>признаков</a:t>
            </a:r>
            <a:endParaRPr dirty="0"/>
          </a:p>
          <a:p>
            <a:r>
              <a:rPr dirty="0" err="1"/>
              <a:t>Бинарные</a:t>
            </a:r>
            <a:r>
              <a:rPr dirty="0"/>
              <a:t> </a:t>
            </a:r>
            <a:r>
              <a:rPr dirty="0" err="1"/>
              <a:t>целевые</a:t>
            </a:r>
            <a:r>
              <a:rPr dirty="0"/>
              <a:t> </a:t>
            </a:r>
            <a:r>
              <a:rPr dirty="0" err="1"/>
              <a:t>переменные</a:t>
            </a:r>
            <a:r>
              <a:rPr dirty="0"/>
              <a:t> (</a:t>
            </a:r>
            <a:r>
              <a:rPr dirty="0" smtClean="0"/>
              <a:t>0/1</a:t>
            </a:r>
            <a:r>
              <a:rPr dirty="0"/>
              <a:t>)</a:t>
            </a:r>
          </a:p>
          <a:p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подходят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обучения</a:t>
            </a:r>
            <a:r>
              <a:rPr dirty="0"/>
              <a:t> </a:t>
            </a:r>
            <a:r>
              <a:rPr dirty="0" err="1"/>
              <a:t>нейросетей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Используемые признаки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Возраст, пол, ИМТ</a:t>
            </a:r>
          </a:p>
          <a:p>
            <a:r>
              <a:t>Артериальное давление</a:t>
            </a:r>
          </a:p>
          <a:p>
            <a:r>
              <a:t>Холестерин и глюкоза</a:t>
            </a:r>
          </a:p>
          <a:p>
            <a:r>
              <a:t>Образ жизни и стресс</a:t>
            </a:r>
          </a:p>
          <a:p>
            <a:r>
              <a:t>Наследственные факторы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MLPClassifier (нейронная сеть)</a:t>
            </a:r>
          </a:p>
          <a:p>
            <a:r>
              <a:t>Архитектура: 64 → 32 нейрона</a:t>
            </a:r>
          </a:p>
          <a:p>
            <a:r>
              <a:t>Функция активации ReLU</a:t>
            </a:r>
          </a:p>
          <a:p>
            <a:r>
              <a:t>Отдельная модель для каждого заболевания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Обучение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Разделение данных 80% / 20%</a:t>
            </a:r>
          </a:p>
          <a:p>
            <a:r>
              <a:t>StandardScaler для нормализации</a:t>
            </a:r>
          </a:p>
          <a:p>
            <a:r>
              <a:t>Early Stopping для защиты от переобучения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Точность моделей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Модель возвращает вероятность риска</a:t>
            </a:r>
          </a:p>
          <a:p>
            <a:r>
              <a:t>Автоматическая классификация уровня риска</a:t>
            </a:r>
          </a:p>
          <a:p>
            <a:r>
              <a:t>Понятный вывод для пользователя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Проект демонстрирует практическое применение ML</a:t>
            </a:r>
          </a:p>
          <a:p>
            <a:r>
              <a:t>Модели устойчивы на большом датасете</a:t>
            </a:r>
          </a:p>
          <a:p>
            <a:r>
              <a:t>Возможна интеграция в медицинские системы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</Words>
  <Application>Microsoft Office PowerPoint</Application>
  <PresentationFormat>Экран (4:3)</PresentationFormat>
  <Paragraphs>36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Прогнозирование рисков заболеваний</vt:lpstr>
      <vt:lpstr>Цель</vt:lpstr>
      <vt:lpstr>Датасет</vt:lpstr>
      <vt:lpstr>Используемые признаки</vt:lpstr>
      <vt:lpstr>Модель</vt:lpstr>
      <vt:lpstr>Обучение</vt:lpstr>
      <vt:lpstr>Точность моделей</vt:lpstr>
      <vt:lpstr>Результаты</vt:lpstr>
      <vt:lpstr>Итог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</dc:title>
  <dc:subject/>
  <dc:creator>Миша Камозин</dc:creator>
  <cp:keywords/>
  <cp:lastModifiedBy>Миша Камозин</cp:lastModifiedBy>
  <cp:revision>3</cp:revision>
  <dcterms:created xsi:type="dcterms:W3CDTF">2013-01-27T09:14:16Z</dcterms:created>
  <dcterms:modified xsi:type="dcterms:W3CDTF">2025-12-16T10:51:13Z</dcterms:modified>
  <cp:category/>
</cp:coreProperties>
</file>